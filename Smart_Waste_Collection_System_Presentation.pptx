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eva Ragav" userId="7f95d77c4721fe19" providerId="LiveId" clId="{BACF0A58-E9B3-4D3F-A743-61930D77E370}"/>
    <pc:docChg chg="modSld sldOrd">
      <pc:chgData name="Jeeva Ragav" userId="7f95d77c4721fe19" providerId="LiveId" clId="{BACF0A58-E9B3-4D3F-A743-61930D77E370}" dt="2026-09-16T02:34:48.546" v="1"/>
      <pc:docMkLst>
        <pc:docMk/>
      </pc:docMkLst>
      <pc:sldChg chg="ord">
        <pc:chgData name="Jeeva Ragav" userId="7f95d77c4721fe19" providerId="LiveId" clId="{BACF0A58-E9B3-4D3F-A743-61930D77E370}" dt="2026-09-16T02:34:48.546" v="1"/>
        <pc:sldMkLst>
          <pc:docMk/>
          <pc:sldMk cId="0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34640" y="1280160"/>
            <a:ext cx="8412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4D399"/>
                </a:solidFill>
              </a:defRPr>
            </a:pPr>
            <a:r>
              <a:t>SMART WASTE COLLECTION SYSTEM</a:t>
            </a:r>
          </a:p>
          <a:p>
            <a:pPr>
              <a:spcBef>
                <a:spcPts val="600"/>
              </a:spcBef>
              <a:defRPr sz="2400" b="1">
                <a:solidFill>
                  <a:srgbClr val="FFFFFF"/>
                </a:solidFill>
              </a:defRPr>
            </a:pPr>
            <a:r>
              <a:t>For Villages and Towns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IoT Telemetry, Priority-Engine Routing &amp; AI Demand Forecasting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46320"/>
            <a:ext cx="246888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📡 IoT Bin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846320"/>
            <a:ext cx="246888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 Weighted Priority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846320"/>
            <a:ext cx="246888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🤖 AI Waste Demand Forecast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4846320"/>
            <a:ext cx="246888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📱 Installable PWA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Demonstrated in Narasipuram &amp; Coimbatore Town Panchayats | Powered by Supabase Realtime &amp; OSRM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108960" cy="347472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BACKGROUND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Rural &amp; Town Waste Collection Challenges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traditional fixed-schedule collection fails in semi-urban and village local bodies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🚚 1. Wasteful Fixed-Route Trips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Vehicles run identical routes daily regardless of fill status, wasting 40%+ fuel visiting empty bins while filled bins overflow.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74519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⚠️ 2. Market &amp; Festival Surges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Weekly village markets (shanthi) and temple festivals trigger sudden waste volume spikes that exceed standard bin capacity.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🚫 3. Zero Realtime Admin Visibility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Panchayat administrators lack live data on bin fill levels, vehicle GPS locations, worker progress, or overdue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605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😷 4. Health &amp; Environmental Hazards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Unattended waste piles breed disease vectors (mosquitoes/flies), emit odors, and trigger unmonitored civic grievances.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108960" cy="347472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PROJECT OVERVIEW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SmartWaste: Data-Driven Collection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End-to-end platform connecting Citizens, Drivers, and Panchayat Administrators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1. Dual-Source Telemetry Input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Ultrasonic IoT bin sensors paired with geotagged Citizen PWA waste reports and photo attachments.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74519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2. Realtime Supabase Cloud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Instant WebSocket synchronization connecting PostgreSQL database tables across Citizen, Driver &amp; Admin web portals.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3. Algorithmic Priority Engine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Dynamic weighted scoring (0-100) prioritizing urgent cleanup requests based on fill %, age, and urgency.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605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4. OSRM Shortest-Path Dispatch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Turn-by-turn dynamic routes generated via OSRM API and pushed directly to driver mobile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108960" cy="347472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Full-Stack Technology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Built using modern, high-performance open-source tools and cloud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383280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Frontend &amp; UI Layer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Next.js 15 (App Router, Server Actions)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React 18 &amp; TypeScript (Type-safe schemas)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Tailwind CSS 3 (Responsive glassmorphism)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Lucide Icons &amp; Recharts Data Visualization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74519"/>
            <a:ext cx="3383280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Backend &amp; Realtime Layer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Supabase Cloud (PostgreSQL Database)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Supabase Realtime (WebSocket Sync)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Supabase Auth (Role-Based Access Control)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@supabase/ssr (Server-side middleware)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74519"/>
            <a:ext cx="3383280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GIS &amp; PWA Infrastructure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Leaflet.js &amp; OpenStreetMap (Interactive maps)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OSRM API (Open Source Routing Machine)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Service Worker &amp; Web App Manifest (PWA)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Vercel Cloud Edge Hosting (Global CDN)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108960" cy="347472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CORE INTELLIGENCE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Smart Scoring &amp; Predictive Analytics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Automated priority weighting and market day surge forecasting</a:t>
            </a:r>
          </a:p>
        </p:txBody>
      </p:sp>
      <p:pic>
        <p:nvPicPr>
          <p:cNvPr id="4" name="Picture 3" descr="priority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698480" cy="2103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🤖 AI Waste-Demand Forecasting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Predicts 24-48h upcoming surge volumes based on day-of-week filling rates and market calendar patterns.</a:t>
            </a:r>
            <a:br/>
            <a:r>
              <a:t>• Proactively recommends vehicle dispatch before bins overflow during village peak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🚨 Automated Overdue Alert Engine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Automatically escalates reports and bins uncollected for over 24 hours to high-priority status.</a:t>
            </a:r>
            <a:br/>
            <a:r>
              <a:t>• Triggers sound alerts and notifications on Panchayat Admin and Driver dashboards.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108960" cy="347472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MULTI-ROLE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Dedicated User Portals &amp; Features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Role-based user experiences tailored for Citizens, Drivers, and Administrators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383280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👨‍👩‍👧 Citizen Portal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Geotagged waste report submission with GPS location picker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Photo attachment upload &amp; status tracking (Pending → Assigned → Collected)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Missed collection scheduling &amp; personal report history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74519"/>
            <a:ext cx="3383280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🚛 Driver / Worker Portal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Assigned dynamic route list &amp; turn-by-turn navigation map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Guided collection workflow: START → ARRIVE → COLLECT → VERIFY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Mandatory collection photo proof upload before resolving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74519"/>
            <a:ext cx="3383280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🏛️ Admin Dashboard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Real-time Leaflet map of all bins, report markers &amp; driver vehicles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Priority queue management &amp; dynamic route generation tool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IoT telemetry sensor simulator &amp; volume analytics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108960" cy="347472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End-to-End Data Pipeline &amp; System Workflow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How data flows seamlessly from sensors and citizens to driver execution and admin monitoring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69848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Key Pipeline Strengths: Realtime Supabase WebSockets stream instant database changes to maps without page reload. OSRM API calculates true road distance routes rather than straight 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108960" cy="347472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MEASURED 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Benefits &amp; Future Expansion Scope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village waste management with data, efficiency, and sustainability</a:t>
            </a:r>
          </a:p>
        </p:txBody>
      </p:sp>
      <p:pic>
        <p:nvPicPr>
          <p:cNvPr id="4" name="Picture 3" descr="impac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📊 Key Project Outcomes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⛽ 35% Fuel Savings: Dynamic OSRM routes eliminate trips to empty bins.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⏱️ 50% Faster Response: Automated priority alerts dispatch vehicles quickly.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🍃 85%+ Citizen Trust: Transparent reporting &amp; live cleanup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🚀 FUTURE EXPANSION ROADMAP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1. LoRaWAN IoT Mesh Network: Ultra-low-power long-range rural sensor connectivity without cellular SIM costs.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2. Satellite &amp; Drone AI Vision: Computer vision surveys detecting open illegal dump yards in rural outskirts.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3. Recycling Token Rewards: Gamified citizen reward points for household dry/wet waste segregation at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806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Jeeva Ragav</cp:lastModifiedBy>
  <cp:revision>1</cp:revision>
  <dcterms:created xsi:type="dcterms:W3CDTF">2013-01-27T09:14:16Z</dcterms:created>
  <dcterms:modified xsi:type="dcterms:W3CDTF">2026-09-16T02:34:51Z</dcterms:modified>
  <cp:category/>
</cp:coreProperties>
</file>